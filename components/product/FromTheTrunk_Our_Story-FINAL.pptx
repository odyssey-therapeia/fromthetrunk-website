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5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3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-loved heritage saree, restored by From the Tru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OUR STORY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1993392"/>
            <a:ext cx="6537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EF7F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saree deserves a second story.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38862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FEF7F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Somewhere in your home, folded away in silk and memory, a saree is waiting. It carried you through a wedding, a festival, a milestone that mattered. Then it was tucked away — preserved, but unworn.</a:t>
            </a:r>
            <a:endParaRPr lang="en-US" sz="145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450" i="1" dirty="0">
                <a:solidFill>
                  <a:srgbClr val="EACB9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the Trunk </a:t>
            </a:r>
            <a:r>
              <a:rPr lang="en-US" sz="1450" i="1" dirty="0" smtClean="0">
                <a:solidFill>
                  <a:srgbClr val="EACB9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(FTT) was </a:t>
            </a:r>
            <a:r>
              <a:rPr lang="en-US" sz="1450" i="1" dirty="0">
                <a:solidFill>
                  <a:srgbClr val="EACB9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born from a simple, heartfelt belief: these sarees still have stories left to tell.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thenticated vintage silk saree with provenanc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749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HEART OF IT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0" y="1417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731D29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Never just fabric.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74920" y="2514600"/>
            <a:ext cx="6537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2A2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saree is never just fabric. It holds the memory of a celebration, the weight of an heirloom, the colour of a moment that once meant everything. Left in the trunk, that story pauses. Worn again — by someone new — it begins all over again.</a:t>
            </a:r>
            <a:endParaRPr lang="en-US" sz="145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1450" i="1" dirty="0">
                <a:solidFill>
                  <a:srgbClr val="731D2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the Trunk (FTT) is a curated home for pre-loved and vintage sarees — each one authenticated, gently restored, and documented with its own provenance. Kanjeevaram silk, soft georgette, heirloom chiffon: every piece is one of one.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-loved saree being passed on for a second lif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SECOND LIFE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2148840"/>
            <a:ext cx="6355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dirty="0">
                <a:solidFill>
                  <a:srgbClr val="731D29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A bridge between past and present.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840480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2A2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By giving your pre-loved sarees a second life, you’re not just clearing space — you’re passing on heritage, emotion, and craftsmanship. Each saree becomes a bridge between past and present, finding new meaning in someone else’s journey.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THE TRUNK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21615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731D29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Two women, one trunk.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23036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Image 0" descr="Saree from the From the Trunk collectio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0" y="2743200"/>
            <a:ext cx="960120" cy="9601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743200"/>
            <a:ext cx="3447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731D29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For the woman with a saree to give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3977640"/>
            <a:ext cx="44988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A2A2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You’ve kept it safe for years. Now let it live. Pass on the silk, the craft, the heritage — and make space for what’s next. Every saree you share finds a new occasion, a new shoulder, a new story.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81344" y="2423160"/>
            <a:ext cx="523036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1" name="Image 1" descr="Saree from the From the Trunk collectio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1384" y="2743200"/>
            <a:ext cx="960120" cy="96012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4384" y="2743200"/>
            <a:ext cx="3447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731D29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For the woman looking for one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547104" y="3977640"/>
            <a:ext cx="44988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A2A2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Find a saree that already carries meaning — a pre-loved, restored piece that’s exquisite, timeless, and far kinder to your wallet than buying new. Wear a piece of someone’s history into a moment of your own.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1A14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13258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300" dirty="0">
                <a:solidFill>
                  <a:srgbClr val="EACB9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994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EF7F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Every saree worn again is one less made new.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463040" y="3703320"/>
            <a:ext cx="9262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50" dirty="0">
                <a:solidFill>
                  <a:srgbClr val="FEF7F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Less waste. Less excess. A conscious, sustainable way to celebrate timeless fashion.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0" y="50292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Buy used. Don’t buy and use.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3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om the Trunk pre-loved saree, pressed and read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B18B4D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F1A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FTT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18B4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PROMISE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1755648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EACB9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 From the Trunk, we don’t just collect sarees.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6355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3100" dirty="0">
                <a:solidFill>
                  <a:srgbClr val="FEF7F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We honour them.</a:t>
            </a:r>
            <a:endParaRPr lang="en-US" sz="3100" dirty="0"/>
          </a:p>
          <a:p>
            <a:pPr marL="0" indent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3100" dirty="0">
                <a:solidFill>
                  <a:srgbClr val="FEF7F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We preserve their stories.</a:t>
            </a:r>
            <a:endParaRPr lang="en-US" sz="3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EF7F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And we help them be loved all over again.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31520" y="5074920"/>
            <a:ext cx="2880360" cy="603504"/>
          </a:xfrm>
          <a:prstGeom prst="roundRect">
            <a:avLst>
              <a:gd name="adj" fmla="val 50000"/>
            </a:avLst>
          </a:prstGeom>
          <a:solidFill>
            <a:srgbClr val="B18B4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07492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1A1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 your trunk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749040" y="5074920"/>
            <a:ext cx="2880360" cy="603504"/>
          </a:xfrm>
          <a:prstGeom prst="roundRect">
            <a:avLst>
              <a:gd name="adj" fmla="val 50000"/>
            </a:avLst>
          </a:prstGeom>
          <a:solidFill>
            <a:srgbClr val="731D29"/>
          </a:solidFill>
          <a:ln w="12700">
            <a:solidFill>
              <a:srgbClr val="FEF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507492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EF7F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Find your saree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Cormorant Garamond</vt:lpstr>
      <vt:lpstr>Cormorant Garamond Medium</vt:lpstr>
      <vt:lpstr>Cormorant Garamond SemiBold</vt:lpstr>
      <vt:lpstr>Jost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the Trunk — Our Story</dc:title>
  <dc:subject>PptxGenJS Presentation</dc:subject>
  <dc:creator>From the Trunk</dc:creator>
  <cp:lastModifiedBy>Dell</cp:lastModifiedBy>
  <cp:revision>2</cp:revision>
  <dcterms:created xsi:type="dcterms:W3CDTF">2026-06-24T07:26:37Z</dcterms:created>
  <dcterms:modified xsi:type="dcterms:W3CDTF">2026-06-24T07:47:19Z</dcterms:modified>
</cp:coreProperties>
</file>